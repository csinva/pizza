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941"/>
    <p:restoredTop sz="94658"/>
  </p:normalViewPr>
  <p:slideViewPr>
    <p:cSldViewPr snapToGrid="0">
      <p:cViewPr varScale="1">
        <p:scale>
          <a:sx n="116" d="100"/>
          <a:sy n="116" d="100"/>
        </p:scale>
        <p:origin x="1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5930-F0FD-6DB1-98EF-B0067655C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566A4-7F63-C438-6345-0FF0E3895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AA67A-890B-A036-E3DC-100E8126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8F2E-E3CB-594D-B56B-C0FED701CD48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7E8A-A958-D3F5-09A4-277FBB37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7BF6D-25F7-F3B9-D3E8-8A6D665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BBAAF-B695-8140-B871-5BD70F2FC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8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53BD-C63A-1003-D212-7EFD6DABD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AF0BF-4FA2-CA76-776C-2E2491560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9481-9082-B9DB-3340-391D4B3B2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8F2E-E3CB-594D-B56B-C0FED701CD48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AEB35-AB05-4EAA-AF9A-4DD8F9497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50666-F522-E6B8-6712-C2AF8D8E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BBAAF-B695-8140-B871-5BD70F2FC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7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C420D-F8DA-15C4-8B18-4E2CB6D44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7CCA7-C054-77C4-B86C-59B9A4B71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E3176-05DC-E2D6-4DDC-8B9C294A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8F2E-E3CB-594D-B56B-C0FED701CD48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CE7CA-1431-E3F6-79AB-2B2AD923F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9C253-22E8-6262-E3B7-C164332E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BBAAF-B695-8140-B871-5BD70F2FC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30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CDCB-5431-0513-4F35-B30ED41BA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91F35-6697-E3DC-2A8E-01091AD23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4BA9B-2E5F-2A69-BCF3-BC7038DC3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BA9DD-3CF5-049C-EB16-C55C2DC41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8F2E-E3CB-594D-B56B-C0FED701CD48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EDB8A-FC89-9C65-9C8A-8D6B104AC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BC391-6687-A56D-480F-47E034D7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BBAAF-B695-8140-B871-5BD70F2FC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5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D248D-B168-EFD9-01BC-42CCAC477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37CB-90C2-98F1-E3AD-2375737C1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20B87-3750-757B-E2B9-CFD43D01B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EFEEE6-F4C1-CBDA-32D6-06C1872E3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B40FF-FE38-4381-6CAA-73A4623D9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D1960-E53A-648C-0E88-8D36347E2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8F2E-E3CB-594D-B56B-C0FED701CD48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569A61-F8D7-C947-5DE3-A605055C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C5BB7-F262-B67B-161F-A08613D8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BBAAF-B695-8140-B871-5BD70F2FC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3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5F5F-A388-FAE1-2810-476099C9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8F28C8-B95F-35B3-3FB5-E262C90E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8F2E-E3CB-594D-B56B-C0FED701CD48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7FD00-C851-1874-286D-FD67D506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46917-03ED-6BBC-0990-08EF085EA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BBAAF-B695-8140-B871-5BD70F2FC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F80634-6912-14CE-7880-2C66C6216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8F2E-E3CB-594D-B56B-C0FED701CD48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B51CC4-9750-50C0-9B48-27C730A3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93635-186F-6A54-399F-BCE4EC3A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BBAAF-B695-8140-B871-5BD70F2FC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98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84F34-255A-0B10-F6E4-E85BA7A2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AF158-BF25-DE90-43D2-3EA1DAC6F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47F38-3B0E-ADB2-DCC8-1E1874F87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6DBEE-5373-4AF1-B3BE-1B2BF6A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8F2E-E3CB-594D-B56B-C0FED701CD48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07A5F-BF06-CA2F-B588-CE5E8850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2E558-E7B9-5074-4CD4-D90EF8E20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BBAAF-B695-8140-B871-5BD70F2FC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847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BD7A6-3244-9F58-B08E-5B57DCD84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9D7A8-7928-04B2-6C7A-E63B28628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23827-A8EE-6FD7-E734-DB1E126DB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3C118-4956-C5F1-67CC-8FE51C32D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8F2E-E3CB-594D-B56B-C0FED701CD48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3ABCC-5951-B514-C348-1D91296D3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42589-6466-5DBA-0863-7D4D24A4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BBAAF-B695-8140-B871-5BD70F2FC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20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963E-A217-9B1A-8A52-1F4174386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438DB-F5CE-FFF7-AED8-FDBB1F6CF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F07A9-DE5F-9F10-529F-6BA4C20F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8F2E-E3CB-594D-B56B-C0FED701CD48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177B5-62EE-AA65-F545-CB317C527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84F58-BE53-29B3-AEAD-70CCC55E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BBAAF-B695-8140-B871-5BD70F2FC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5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DC591F-6D56-9DFF-F72E-B06A3AA256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60927-A471-7116-53DA-042D47432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23623-DE5E-4775-C239-D68D9E94D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8F2E-E3CB-594D-B56B-C0FED701CD48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D2630-BE5D-DA30-3BD5-C4F38EC7D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A455A-F05D-308E-E6FD-22205E17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BBAAF-B695-8140-B871-5BD70F2FC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28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45EB9-526F-A4B9-5517-5D961A952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35FD7-81D9-DEBB-9473-2B6B82334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2B619-0A3C-355E-F3EA-884C7C46F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A8F2E-E3CB-594D-B56B-C0FED701CD48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18C5-9CB1-C69E-9B53-CE105AB7C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67321-4E9B-12D6-6B9C-906372DEF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BBAAF-B695-8140-B871-5BD70F2FC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6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8617A-230D-F0C9-31BC-6560EE2C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7" r="1" b="1"/>
          <a:stretch/>
        </p:blipFill>
        <p:spPr>
          <a:xfrm>
            <a:off x="0" y="1282"/>
            <a:ext cx="12195482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AF77D2-9E90-2728-B7DA-EDAA96DADB61}"/>
              </a:ext>
            </a:extLst>
          </p:cNvPr>
          <p:cNvSpPr txBox="1"/>
          <p:nvPr/>
        </p:nvSpPr>
        <p:spPr>
          <a:xfrm>
            <a:off x="5954753" y="2650783"/>
            <a:ext cx="223198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1 </a:t>
            </a:r>
            <a:r>
              <a:rPr lang="en-US" sz="2000" dirty="0"/>
              <a:t>Bleecker </a:t>
            </a:r>
            <a:r>
              <a:rPr lang="en-US" sz="2000" dirty="0" err="1"/>
              <a:t>st</a:t>
            </a:r>
            <a:r>
              <a:rPr lang="en-US" sz="2000" dirty="0"/>
              <a:t> pizza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15367-CE65-CB65-0E4C-EF977E7ED6E5}"/>
              </a:ext>
            </a:extLst>
          </p:cNvPr>
          <p:cNvSpPr txBox="1"/>
          <p:nvPr/>
        </p:nvSpPr>
        <p:spPr>
          <a:xfrm>
            <a:off x="7857894" y="5771715"/>
            <a:ext cx="291660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2 </a:t>
            </a:r>
            <a:r>
              <a:rPr lang="en-US" sz="2000" dirty="0"/>
              <a:t>Joe’s pizza [Skippable!]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95C77-9426-8D58-983D-5AA5A169BE03}"/>
              </a:ext>
            </a:extLst>
          </p:cNvPr>
          <p:cNvSpPr txBox="1"/>
          <p:nvPr/>
        </p:nvSpPr>
        <p:spPr>
          <a:xfrm>
            <a:off x="5002602" y="525184"/>
            <a:ext cx="181255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3 </a:t>
            </a:r>
            <a:r>
              <a:rPr lang="en-US" sz="2000" dirty="0"/>
              <a:t>Mama’s too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A13B4D-ADD0-5941-CA04-5D35B76ECF15}"/>
              </a:ext>
            </a:extLst>
          </p:cNvPr>
          <p:cNvSpPr txBox="1"/>
          <p:nvPr/>
        </p:nvSpPr>
        <p:spPr>
          <a:xfrm>
            <a:off x="2765501" y="894516"/>
            <a:ext cx="15350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4 </a:t>
            </a:r>
            <a:r>
              <a:rPr lang="en-US" sz="2000" dirty="0" err="1"/>
              <a:t>L’Industrie</a:t>
            </a:r>
            <a:endParaRPr lang="en-US" sz="20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6BEBC4-A5B5-B897-7660-2707484277F9}"/>
              </a:ext>
            </a:extLst>
          </p:cNvPr>
          <p:cNvCxnSpPr>
            <a:cxnSpLocks/>
          </p:cNvCxnSpPr>
          <p:nvPr/>
        </p:nvCxnSpPr>
        <p:spPr>
          <a:xfrm flipH="1">
            <a:off x="7984273" y="4304371"/>
            <a:ext cx="687661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783A737-0931-A660-4B5A-99130B055CEF}"/>
              </a:ext>
            </a:extLst>
          </p:cNvPr>
          <p:cNvSpPr txBox="1"/>
          <p:nvPr/>
        </p:nvSpPr>
        <p:spPr>
          <a:xfrm>
            <a:off x="8748300" y="4119705"/>
            <a:ext cx="23250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Bonus: Taylor’s house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A70BD47-3733-C9B1-A908-CCAB5B71E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538" y="5389843"/>
            <a:ext cx="2531325" cy="142143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4A8FAA1-86ED-D966-5017-BFB306240303}"/>
              </a:ext>
            </a:extLst>
          </p:cNvPr>
          <p:cNvSpPr txBox="1"/>
          <p:nvPr/>
        </p:nvSpPr>
        <p:spPr>
          <a:xfrm>
            <a:off x="6121839" y="2960950"/>
            <a:ext cx="4164913" cy="584775"/>
          </a:xfrm>
          <a:prstGeom prst="rect">
            <a:avLst/>
          </a:prstGeom>
          <a:solidFill>
            <a:srgbClr val="FDF9EF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Classic west village slices (</a:t>
            </a:r>
            <a:r>
              <a:rPr lang="en-US" sz="1600" dirty="0" err="1"/>
              <a:t>est</a:t>
            </a:r>
            <a:r>
              <a:rPr lang="en-US" sz="1600" dirty="0"/>
              <a:t> 1915), Nonna Maria slice is good, nice place to hang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CC4299-D93F-95AE-2FF6-8E160539722D}"/>
              </a:ext>
            </a:extLst>
          </p:cNvPr>
          <p:cNvSpPr txBox="1"/>
          <p:nvPr/>
        </p:nvSpPr>
        <p:spPr>
          <a:xfrm>
            <a:off x="8328103" y="6093469"/>
            <a:ext cx="4011997" cy="830997"/>
          </a:xfrm>
          <a:prstGeom prst="rect">
            <a:avLst/>
          </a:prstGeom>
          <a:solidFill>
            <a:srgbClr val="FDF9EF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Thin crisp crust, minimalist toppings for slices, cash-only. Recently popularized in movies and by “influencers” (</a:t>
            </a:r>
            <a:r>
              <a:rPr lang="en-US" sz="1600" dirty="0" err="1"/>
              <a:t>est</a:t>
            </a:r>
            <a:r>
              <a:rPr lang="en-US" sz="1600" dirty="0"/>
              <a:t> 1975).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51EFD3-06B5-83F1-77C6-2DBCD43A7209}"/>
              </a:ext>
            </a:extLst>
          </p:cNvPr>
          <p:cNvSpPr txBox="1"/>
          <p:nvPr/>
        </p:nvSpPr>
        <p:spPr>
          <a:xfrm>
            <a:off x="5015394" y="867142"/>
            <a:ext cx="4921749" cy="830997"/>
          </a:xfrm>
          <a:prstGeom prst="rect">
            <a:avLst/>
          </a:prstGeom>
          <a:solidFill>
            <a:srgbClr val="FDF9EF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Very good square, dense slices with some creative toppings. Newish, 2</a:t>
            </a:r>
            <a:r>
              <a:rPr lang="en-US" sz="1600" baseline="30000" dirty="0"/>
              <a:t>nd</a:t>
            </a:r>
            <a:r>
              <a:rPr lang="en-US" sz="1600" dirty="0"/>
              <a:t> location after original opened in UWS in 2017 (evolved from original Mama’s in UWS).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0136A0-24C4-B57E-657E-4B5FF968FEA5}"/>
              </a:ext>
            </a:extLst>
          </p:cNvPr>
          <p:cNvSpPr txBox="1"/>
          <p:nvPr/>
        </p:nvSpPr>
        <p:spPr>
          <a:xfrm>
            <a:off x="8671934" y="4434402"/>
            <a:ext cx="3256730" cy="584775"/>
          </a:xfrm>
          <a:prstGeom prst="rect">
            <a:avLst/>
          </a:prstGeom>
          <a:solidFill>
            <a:srgbClr val="FDF9EF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She will not be here </a:t>
            </a:r>
            <a:r>
              <a:rPr lang="en-US" sz="1600" dirty="0" err="1"/>
              <a:t>bc</a:t>
            </a:r>
            <a:r>
              <a:rPr lang="en-US" sz="1600" dirty="0"/>
              <a:t> she claims she’ll never walk Cornelia St. again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760E174-B858-33CA-E3ED-D4ABBBDFF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1142" y="219841"/>
            <a:ext cx="1812559" cy="117762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2BC4D93-1CDE-E22F-4C1E-DE4FD838E407}"/>
              </a:ext>
            </a:extLst>
          </p:cNvPr>
          <p:cNvSpPr txBox="1"/>
          <p:nvPr/>
        </p:nvSpPr>
        <p:spPr>
          <a:xfrm>
            <a:off x="792616" y="1282640"/>
            <a:ext cx="3639808" cy="830997"/>
          </a:xfrm>
          <a:prstGeom prst="rect">
            <a:avLst/>
          </a:prstGeom>
          <a:solidFill>
            <a:srgbClr val="FDF9EF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Excellent, very thin crust pizza. Newish, 2</a:t>
            </a:r>
            <a:r>
              <a:rPr lang="en-US" sz="1600" baseline="30000" dirty="0"/>
              <a:t>nd</a:t>
            </a:r>
            <a:r>
              <a:rPr lang="en-US" sz="1600" dirty="0"/>
              <a:t> location after original opened in Williamsburg in 2017.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BF7F043-869B-867B-3FF3-4E1254199F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649"/>
          <a:stretch/>
        </p:blipFill>
        <p:spPr>
          <a:xfrm>
            <a:off x="580757" y="2318383"/>
            <a:ext cx="3148281" cy="15430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089B70F-05E6-F834-E276-7FFE36FF4A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859" b="23293"/>
          <a:stretch/>
        </p:blipFill>
        <p:spPr>
          <a:xfrm>
            <a:off x="378715" y="37086"/>
            <a:ext cx="2383346" cy="10772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DB7C550-44F3-248A-B283-62CA7238FB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7487" y="2225854"/>
            <a:ext cx="1790700" cy="17907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E54B0A7-D9B2-B8D6-749F-5D0FB6594C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4753" y="4581158"/>
            <a:ext cx="14351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77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125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 Singh</dc:creator>
  <cp:lastModifiedBy>Chandan Singh</cp:lastModifiedBy>
  <cp:revision>27</cp:revision>
  <dcterms:created xsi:type="dcterms:W3CDTF">2025-04-15T02:40:36Z</dcterms:created>
  <dcterms:modified xsi:type="dcterms:W3CDTF">2026-04-06T21:22:38Z</dcterms:modified>
</cp:coreProperties>
</file>