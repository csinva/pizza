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19"/>
    <p:restoredTop sz="94678"/>
  </p:normalViewPr>
  <p:slideViewPr>
    <p:cSldViewPr snapToGrid="0">
      <p:cViewPr>
        <p:scale>
          <a:sx n="141" d="100"/>
          <a:sy n="141" d="100"/>
        </p:scale>
        <p:origin x="41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F1A62-D5FB-E6C6-5F83-1209A2899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5169D1-05E3-FDAE-D3AB-CC58588E4F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D40AD-3C3B-EEFD-A46F-DD22A6FE4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FB8CA-797E-2B48-A0F2-DDB02B3351AC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4671F-AF4F-D190-9B85-3D6A383F2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92600-654D-6188-15D8-163F3E2F5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5232-5BD7-F745-8D04-C682EA13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421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1D92B-EE47-B014-E68F-D03CC4E85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462E3-BD9C-48F6-EF72-C3CBC316E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40391-F8AF-72BC-E57C-E284E11E6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FB8CA-797E-2B48-A0F2-DDB02B3351AC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041F9-4BDB-09F0-F371-CB0592DEF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ECFB4-CB6F-4AE5-288E-53F58AA99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5232-5BD7-F745-8D04-C682EA13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294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0189C-302E-E1EF-CB4F-374E93546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951E0-A039-5CF4-CDA0-9B29B4121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F01A4-8A1F-02C3-EB9A-DD4257EE0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FB8CA-797E-2B48-A0F2-DDB02B3351AC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FA7B2-3E25-2DCA-7135-26254592E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23F4A-F2F2-529B-ADCD-BF9BB8FB5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5232-5BD7-F745-8D04-C682EA13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460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6619-384B-ACB1-3077-117ED0A26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FEDD4-F717-DC32-8E9D-3669DBC43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D431C-D871-CE06-8252-AD632C0EA9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3CA14-53A3-7C6B-D29A-86AF03025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FB8CA-797E-2B48-A0F2-DDB02B3351AC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032C6-DE5B-D294-1EC3-F3C40418B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E06DD-EAAA-F77C-7AF8-988E82697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5232-5BD7-F745-8D04-C682EA13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120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635B5-56E3-BCD6-41D4-7D1E274C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DE3C9-92B3-7F82-E6E1-640BFF608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BAD84-9A92-A4A1-CAAE-56D474680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E27CD6-59A1-97D0-2885-4D266DDA71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0DD27B-9978-AE1B-356C-809F80545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0B846E-3028-1540-67ED-BE3AECD3E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FB8CA-797E-2B48-A0F2-DDB02B3351AC}" type="datetimeFigureOut">
              <a:rPr lang="en-US" smtClean="0"/>
              <a:t>4/3/26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934528-FE1E-2BEA-DDD7-FE6FDE799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B251C7-6D65-CAD4-5852-DA99B1538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5232-5BD7-F745-8D04-C682EA13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45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5E3C2-DB56-C614-B575-8F1876037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9618FA-CE45-F5AA-BB9F-040DAAA1C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FB8CA-797E-2B48-A0F2-DDB02B3351AC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FD6D65-B642-E8FC-9C9B-2E0E569E8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73DE55-0CC3-8DAE-4E81-D660702F0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5232-5BD7-F745-8D04-C682EA13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796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860528-3347-2341-FE75-F1C356995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FB8CA-797E-2B48-A0F2-DDB02B3351AC}" type="datetimeFigureOut">
              <a:rPr lang="en-US" smtClean="0"/>
              <a:t>4/3/26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835D1C-E89F-74D5-0A4F-BE1C94F56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CB266-EF42-E112-473A-9A08DA956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5232-5BD7-F745-8D04-C682EA13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190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86929-0B3A-007D-46B0-3EF1BE1A3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A73C2-993E-0380-D49C-B9DBCFFDB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3F25D8-9CFA-0A53-D3A2-65D5C6FF8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BD7A30-E7CF-255C-C461-9CEE4419A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FB8CA-797E-2B48-A0F2-DDB02B3351AC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F65DA-8005-B79F-A9AB-64CDC53ED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7D799-B2D9-D2EC-59E5-6EE50E953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5232-5BD7-F745-8D04-C682EA13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51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F4A7B-0050-557F-754A-EEE43E0F5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3A869A-3A62-6F12-3EDD-0D7BB1BA93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549E7-8FCC-7204-CF0F-3E8007CAA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02AE08-4712-8117-C4BA-F1FC7D801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FB8CA-797E-2B48-A0F2-DDB02B3351AC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473B2-2F42-DC6C-DA71-BC1C4FDBE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B40981-B4A6-E895-D39D-17BA93806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5232-5BD7-F745-8D04-C682EA13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762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A493B-7534-126D-62AF-051A94D6F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2DEC91-A059-7F98-2B8B-4DB06877D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7FD0E-53C0-31F8-337D-02835D658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FB8CA-797E-2B48-A0F2-DDB02B3351AC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2E86F-CBDB-8C32-CA7B-0C3DF08E2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8D366-12E9-386B-958E-43BD1FF52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5232-5BD7-F745-8D04-C682EA13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707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48CF4D-8CEB-6016-BA0D-6B4A5E3992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819E3-F20A-3F7B-2B27-B3B5B4140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77287-2A90-D814-171F-B6D964C22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FB8CA-797E-2B48-A0F2-DDB02B3351AC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B69B9-912D-5C04-2F43-E4B6A49A5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829D2-B95F-8E8D-A219-89D1F2066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5232-5BD7-F745-8D04-C682EA13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462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855C28-582E-05BF-ECF8-2A8A5B7C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D4519-B645-CD49-310E-5BF3DB7DA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FB2AA-41D6-F8DF-645E-BBBEC920EF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FB8CA-797E-2B48-A0F2-DDB02B3351AC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A9E24-86A2-8B39-3A97-0668D507F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3F6A3-FF6B-ACCC-7F93-245070859A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0C5232-5BD7-F745-8D04-C682EA13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331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a city&#10;&#10;AI-generated content may be incorrect.">
            <a:extLst>
              <a:ext uri="{FF2B5EF4-FFF2-40B4-BE49-F238E27FC236}">
                <a16:creationId xmlns:a16="http://schemas.microsoft.com/office/drawing/2014/main" id="{8F629ED3-AABE-0B3B-88B5-DA4DCA243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037" y="0"/>
            <a:ext cx="8009605" cy="68482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1E5461-03A7-A62E-4602-A14320912C54}"/>
              </a:ext>
            </a:extLst>
          </p:cNvPr>
          <p:cNvSpPr txBox="1"/>
          <p:nvPr/>
        </p:nvSpPr>
        <p:spPr>
          <a:xfrm>
            <a:off x="4664968" y="5953271"/>
            <a:ext cx="223198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1 </a:t>
            </a:r>
            <a:r>
              <a:rPr lang="en-US" sz="2000" dirty="0"/>
              <a:t>Nolita pizza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A02695-0423-A48F-3A18-51D11F22A8D5}"/>
              </a:ext>
            </a:extLst>
          </p:cNvPr>
          <p:cNvSpPr txBox="1"/>
          <p:nvPr/>
        </p:nvSpPr>
        <p:spPr>
          <a:xfrm>
            <a:off x="4832054" y="6263438"/>
            <a:ext cx="2454270" cy="584775"/>
          </a:xfrm>
          <a:prstGeom prst="rect">
            <a:avLst/>
          </a:prstGeom>
          <a:solidFill>
            <a:srgbClr val="FDF9EF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NY-style version of classic Italian style pizza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3FD916-F5B0-9940-221B-45201BB459CE}"/>
              </a:ext>
            </a:extLst>
          </p:cNvPr>
          <p:cNvSpPr txBox="1"/>
          <p:nvPr/>
        </p:nvSpPr>
        <p:spPr>
          <a:xfrm>
            <a:off x="4432357" y="3526101"/>
            <a:ext cx="223198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2 </a:t>
            </a:r>
            <a:r>
              <a:rPr lang="en-US" sz="2000" dirty="0"/>
              <a:t>Upside Pizza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65DD7E-A878-697A-327B-6DEA0DB0F744}"/>
              </a:ext>
            </a:extLst>
          </p:cNvPr>
          <p:cNvSpPr txBox="1"/>
          <p:nvPr/>
        </p:nvSpPr>
        <p:spPr>
          <a:xfrm>
            <a:off x="4599444" y="3836268"/>
            <a:ext cx="2454270" cy="584775"/>
          </a:xfrm>
          <a:prstGeom prst="rect">
            <a:avLst/>
          </a:prstGeom>
          <a:solidFill>
            <a:srgbClr val="FDF9EF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Sourdough crust, v good NYC pizza chain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A7B434-F227-DE33-80E7-F2655BD4BC14}"/>
              </a:ext>
            </a:extLst>
          </p:cNvPr>
          <p:cNvSpPr txBox="1"/>
          <p:nvPr/>
        </p:nvSpPr>
        <p:spPr>
          <a:xfrm>
            <a:off x="7377688" y="1309109"/>
            <a:ext cx="223198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3 </a:t>
            </a:r>
            <a:r>
              <a:rPr lang="en-US" sz="2000" dirty="0"/>
              <a:t>Prince </a:t>
            </a:r>
            <a:r>
              <a:rPr lang="en-US" sz="2000" dirty="0" err="1"/>
              <a:t>st</a:t>
            </a:r>
            <a:r>
              <a:rPr lang="en-US" sz="2000" dirty="0"/>
              <a:t> pizza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DCDBCA-FB87-E59B-CA6E-FC494623F97D}"/>
              </a:ext>
            </a:extLst>
          </p:cNvPr>
          <p:cNvSpPr txBox="1"/>
          <p:nvPr/>
        </p:nvSpPr>
        <p:spPr>
          <a:xfrm>
            <a:off x="7544774" y="1619276"/>
            <a:ext cx="2138241" cy="338554"/>
          </a:xfrm>
          <a:prstGeom prst="rect">
            <a:avLst/>
          </a:prstGeom>
          <a:solidFill>
            <a:srgbClr val="FDF9EF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Iconic 2012 slice shop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05514E-D56E-568A-C18E-4F37EC536AE5}"/>
              </a:ext>
            </a:extLst>
          </p:cNvPr>
          <p:cNvSpPr txBox="1"/>
          <p:nvPr/>
        </p:nvSpPr>
        <p:spPr>
          <a:xfrm>
            <a:off x="3234083" y="1317969"/>
            <a:ext cx="133478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*</a:t>
            </a:r>
            <a:r>
              <a:rPr lang="en-US" sz="2000" dirty="0" err="1"/>
              <a:t>Rubirosa</a:t>
            </a:r>
            <a:endParaRPr lang="en-US" sz="20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C11A768-BA58-E0A3-01D2-8DA3FD0B936A}"/>
              </a:ext>
            </a:extLst>
          </p:cNvPr>
          <p:cNvCxnSpPr/>
          <p:nvPr/>
        </p:nvCxnSpPr>
        <p:spPr>
          <a:xfrm>
            <a:off x="4432357" y="1709219"/>
            <a:ext cx="232611" cy="494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7437C3D-EBEE-DCC1-8C6F-525E0342DED9}"/>
              </a:ext>
            </a:extLst>
          </p:cNvPr>
          <p:cNvSpPr txBox="1"/>
          <p:nvPr/>
        </p:nvSpPr>
        <p:spPr>
          <a:xfrm>
            <a:off x="3221747" y="1691958"/>
            <a:ext cx="1347116" cy="584775"/>
          </a:xfrm>
          <a:prstGeom prst="rect">
            <a:avLst/>
          </a:prstGeom>
          <a:solidFill>
            <a:srgbClr val="FDF9EF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Great pizza but no slices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8121F5-2ABC-53B0-1174-175E302262D5}"/>
              </a:ext>
            </a:extLst>
          </p:cNvPr>
          <p:cNvSpPr txBox="1"/>
          <p:nvPr/>
        </p:nvSpPr>
        <p:spPr>
          <a:xfrm>
            <a:off x="8287352" y="4776740"/>
            <a:ext cx="280736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*Scarr’s pizza [optional]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6D3D49-0C1E-8212-56DC-D0D274FFB048}"/>
              </a:ext>
            </a:extLst>
          </p:cNvPr>
          <p:cNvSpPr txBox="1"/>
          <p:nvPr/>
        </p:nvSpPr>
        <p:spPr>
          <a:xfrm>
            <a:off x="8554415" y="5102825"/>
            <a:ext cx="1446233" cy="338554"/>
          </a:xfrm>
          <a:prstGeom prst="rect">
            <a:avLst/>
          </a:prstGeom>
          <a:solidFill>
            <a:srgbClr val="FDF9EF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15 mins away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89B5089-0B3A-D13C-E9EF-7A11CC560622}"/>
              </a:ext>
            </a:extLst>
          </p:cNvPr>
          <p:cNvCxnSpPr>
            <a:cxnSpLocks/>
          </p:cNvCxnSpPr>
          <p:nvPr/>
        </p:nvCxnSpPr>
        <p:spPr>
          <a:xfrm>
            <a:off x="9739964" y="5096821"/>
            <a:ext cx="318436" cy="1562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A pepperoni pizza in a box&#10;&#10;AI-generated content may be incorrect.">
            <a:extLst>
              <a:ext uri="{FF2B5EF4-FFF2-40B4-BE49-F238E27FC236}">
                <a16:creationId xmlns:a16="http://schemas.microsoft.com/office/drawing/2014/main" id="{809E14F2-3655-52C9-D754-4DCAE2B00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787" y="1981797"/>
            <a:ext cx="3102354" cy="20682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BB1A9E7-7182-8F1E-4123-CC107CAD9B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076" y="59105"/>
            <a:ext cx="2500007" cy="250000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19973C4-6278-EFB2-E081-B1B9FAD12A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966" y="3250072"/>
            <a:ext cx="3836919" cy="21913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61799F1-1E70-95F6-7C3C-B4C4BC8F5D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0497" y="4276957"/>
            <a:ext cx="1694381" cy="225335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2CC0744-DFB4-FB46-B8ED-EC8160EC3146}"/>
              </a:ext>
            </a:extLst>
          </p:cNvPr>
          <p:cNvSpPr txBox="1"/>
          <p:nvPr/>
        </p:nvSpPr>
        <p:spPr>
          <a:xfrm>
            <a:off x="8430002" y="112013"/>
            <a:ext cx="35729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>
                <a:highlight>
                  <a:srgbClr val="00FF00"/>
                </a:highlight>
              </a:rPr>
              <a:t>SOHO pizza crawl</a:t>
            </a:r>
          </a:p>
        </p:txBody>
      </p:sp>
      <p:pic>
        <p:nvPicPr>
          <p:cNvPr id="2" name="Picture 1" descr="Tm trademark icon set trade sign and logo vector symbol in a ...">
            <a:extLst>
              <a:ext uri="{FF2B5EF4-FFF2-40B4-BE49-F238E27FC236}">
                <a16:creationId xmlns:a16="http://schemas.microsoft.com/office/drawing/2014/main" id="{C3BF84B4-9F07-8267-0824-9B53E0D5A9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6448" y="669893"/>
            <a:ext cx="269235" cy="2692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B06F80-2360-636E-D987-882D8D5188E7}"/>
              </a:ext>
            </a:extLst>
          </p:cNvPr>
          <p:cNvSpPr txBox="1"/>
          <p:nvPr/>
        </p:nvSpPr>
        <p:spPr>
          <a:xfrm>
            <a:off x="10511066" y="696788"/>
            <a:ext cx="14526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/>
              <a:t>rao</a:t>
            </a:r>
            <a:r>
              <a:rPr lang="en-US" sz="800" dirty="0"/>
              <a:t> incorporated spring 2026</a:t>
            </a:r>
          </a:p>
        </p:txBody>
      </p:sp>
    </p:spTree>
    <p:extLst>
      <p:ext uri="{BB962C8B-B14F-4D97-AF65-F5344CB8AC3E}">
        <p14:creationId xmlns:p14="http://schemas.microsoft.com/office/powerpoint/2010/main" val="837405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52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Chandan Singh</dc:creator>
  <cp:lastModifiedBy>Chandan Singh</cp:lastModifiedBy>
  <cp:revision>17</cp:revision>
  <dcterms:created xsi:type="dcterms:W3CDTF">2025-04-24T15:49:22Z</dcterms:created>
  <dcterms:modified xsi:type="dcterms:W3CDTF">2026-04-03T15:30:50Z</dcterms:modified>
</cp:coreProperties>
</file>